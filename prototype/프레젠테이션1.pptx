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1B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776" y="13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8C8A-4338-45CB-B6DC-7EB9BDFD72C1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86AA-C234-47C9-BB18-ADCC6B6BCD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259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8C8A-4338-45CB-B6DC-7EB9BDFD72C1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86AA-C234-47C9-BB18-ADCC6B6BCD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8557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8C8A-4338-45CB-B6DC-7EB9BDFD72C1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86AA-C234-47C9-BB18-ADCC6B6BCD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779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8C8A-4338-45CB-B6DC-7EB9BDFD72C1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86AA-C234-47C9-BB18-ADCC6B6BCD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9399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8C8A-4338-45CB-B6DC-7EB9BDFD72C1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86AA-C234-47C9-BB18-ADCC6B6BCD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022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8C8A-4338-45CB-B6DC-7EB9BDFD72C1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86AA-C234-47C9-BB18-ADCC6B6BCD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419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8C8A-4338-45CB-B6DC-7EB9BDFD72C1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86AA-C234-47C9-BB18-ADCC6B6BCD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30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8C8A-4338-45CB-B6DC-7EB9BDFD72C1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86AA-C234-47C9-BB18-ADCC6B6BCD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497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8C8A-4338-45CB-B6DC-7EB9BDFD72C1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86AA-C234-47C9-BB18-ADCC6B6BCD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6724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8C8A-4338-45CB-B6DC-7EB9BDFD72C1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86AA-C234-47C9-BB18-ADCC6B6BCD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807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8C8A-4338-45CB-B6DC-7EB9BDFD72C1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86AA-C234-47C9-BB18-ADCC6B6BCD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434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38C8A-4338-45CB-B6DC-7EB9BDFD72C1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886AA-C234-47C9-BB18-ADCC6B6BCD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405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그룹 38"/>
          <p:cNvGrpSpPr/>
          <p:nvPr/>
        </p:nvGrpSpPr>
        <p:grpSpPr>
          <a:xfrm>
            <a:off x="-1701800" y="-2108056"/>
            <a:ext cx="14693899" cy="9054956"/>
            <a:chOff x="6410325" y="-342756"/>
            <a:chExt cx="12192000" cy="6789120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2"/>
            <a:srcRect b="96248"/>
            <a:stretch/>
          </p:blipFill>
          <p:spPr>
            <a:xfrm>
              <a:off x="6410325" y="-342756"/>
              <a:ext cx="12192000" cy="257176"/>
            </a:xfrm>
            <a:prstGeom prst="rect">
              <a:avLst/>
            </a:prstGeom>
          </p:spPr>
        </p:pic>
        <p:sp>
          <p:nvSpPr>
            <p:cNvPr id="6" name="직사각형 5"/>
            <p:cNvSpPr/>
            <p:nvPr/>
          </p:nvSpPr>
          <p:spPr>
            <a:xfrm>
              <a:off x="7581900" y="-85580"/>
              <a:ext cx="9220200" cy="257173"/>
            </a:xfrm>
            <a:prstGeom prst="rect">
              <a:avLst/>
            </a:prstGeom>
            <a:solidFill>
              <a:srgbClr val="161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2"/>
            <a:srcRect t="4169" r="90391"/>
            <a:stretch/>
          </p:blipFill>
          <p:spPr>
            <a:xfrm>
              <a:off x="6410325" y="-85580"/>
              <a:ext cx="1171575" cy="6531944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8" name="직사각형 7"/>
            <p:cNvSpPr/>
            <p:nvPr/>
          </p:nvSpPr>
          <p:spPr>
            <a:xfrm>
              <a:off x="6410325" y="584679"/>
              <a:ext cx="1162050" cy="1396666"/>
            </a:xfrm>
            <a:prstGeom prst="rect">
              <a:avLst/>
            </a:prstGeom>
            <a:solidFill>
              <a:srgbClr val="161B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" name="그림 9"/>
            <p:cNvPicPr>
              <a:picLocks noChangeAspect="1"/>
            </p:cNvPicPr>
            <p:nvPr/>
          </p:nvPicPr>
          <p:blipFill rotWithShape="1">
            <a:blip r:embed="rId2"/>
            <a:srcRect l="9610" t="3988" r="14766" b="92492"/>
            <a:stretch/>
          </p:blipFill>
          <p:spPr>
            <a:xfrm>
              <a:off x="7581900" y="167490"/>
              <a:ext cx="9220200" cy="241301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 rotWithShape="1">
            <a:blip r:embed="rId2"/>
            <a:srcRect l="9610" t="7323" r="14766" b="3752"/>
            <a:stretch/>
          </p:blipFill>
          <p:spPr>
            <a:xfrm>
              <a:off x="7581900" y="411635"/>
              <a:ext cx="9220200" cy="6034729"/>
            </a:xfrm>
            <a:prstGeom prst="rect">
              <a:avLst/>
            </a:prstGeom>
            <a:solidFill>
              <a:schemeClr val="bg1"/>
            </a:solidFill>
          </p:spPr>
        </p:pic>
        <p:grpSp>
          <p:nvGrpSpPr>
            <p:cNvPr id="15" name="그룹 14"/>
            <p:cNvGrpSpPr/>
            <p:nvPr/>
          </p:nvGrpSpPr>
          <p:grpSpPr>
            <a:xfrm>
              <a:off x="7581900" y="-85580"/>
              <a:ext cx="1767305" cy="254495"/>
              <a:chOff x="2671345" y="592722"/>
              <a:chExt cx="1767305" cy="299453"/>
            </a:xfrm>
          </p:grpSpPr>
          <p:pic>
            <p:nvPicPr>
              <p:cNvPr id="13" name="그림 12"/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544" t="21446" r="55961" b="74154"/>
              <a:stretch/>
            </p:blipFill>
            <p:spPr>
              <a:xfrm>
                <a:off x="2671345" y="592722"/>
                <a:ext cx="1767305" cy="299453"/>
              </a:xfrm>
              <a:prstGeom prst="rect">
                <a:avLst/>
              </a:prstGeom>
            </p:spPr>
          </p:pic>
          <p:pic>
            <p:nvPicPr>
              <p:cNvPr id="12" name="그림 11"/>
              <p:cNvPicPr>
                <a:picLocks noChangeAspect="1"/>
              </p:cNvPicPr>
              <p:nvPr/>
            </p:nvPicPr>
            <p:blipFill rotWithShape="1">
              <a:blip r:embed="rId2"/>
              <a:srcRect t="27448" r="91106" b="69592"/>
              <a:stretch/>
            </p:blipFill>
            <p:spPr>
              <a:xfrm>
                <a:off x="2671345" y="614800"/>
                <a:ext cx="1281530" cy="213282"/>
              </a:xfrm>
              <a:prstGeom prst="rect">
                <a:avLst/>
              </a:prstGeom>
              <a:solidFill>
                <a:schemeClr val="bg1"/>
              </a:solidFill>
            </p:spPr>
          </p:pic>
        </p:grpSp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402049" y="190356"/>
              <a:ext cx="400051" cy="195571"/>
            </a:xfrm>
            <a:prstGeom prst="rect">
              <a:avLst/>
            </a:prstGeom>
          </p:spPr>
        </p:pic>
        <p:pic>
          <p:nvPicPr>
            <p:cNvPr id="19" name="그림 18"/>
            <p:cNvPicPr>
              <a:picLocks noChangeAspect="1"/>
            </p:cNvPicPr>
            <p:nvPr/>
          </p:nvPicPr>
          <p:blipFill rotWithShape="1">
            <a:blip r:embed="rId2"/>
            <a:srcRect l="81367" t="3988" r="14766" b="92492"/>
            <a:stretch/>
          </p:blipFill>
          <p:spPr>
            <a:xfrm>
              <a:off x="15930562" y="168912"/>
              <a:ext cx="471487" cy="241301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21" name="그림 20"/>
            <p:cNvPicPr>
              <a:picLocks noChangeAspect="1"/>
            </p:cNvPicPr>
            <p:nvPr/>
          </p:nvPicPr>
          <p:blipFill rotWithShape="1">
            <a:blip r:embed="rId2"/>
            <a:srcRect l="647" t="30451" r="93949" b="67126"/>
            <a:stretch/>
          </p:blipFill>
          <p:spPr>
            <a:xfrm>
              <a:off x="11597639" y="201413"/>
              <a:ext cx="1188721" cy="173454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25" name="그림 24"/>
            <p:cNvPicPr>
              <a:picLocks noChangeAspect="1"/>
            </p:cNvPicPr>
            <p:nvPr/>
          </p:nvPicPr>
          <p:blipFill rotWithShape="1">
            <a:blip r:embed="rId5"/>
            <a:srcRect l="13714" t="10690" r="42337" b="55070"/>
            <a:stretch/>
          </p:blipFill>
          <p:spPr>
            <a:xfrm>
              <a:off x="6448425" y="305438"/>
              <a:ext cx="104775" cy="104775"/>
            </a:xfrm>
            <a:prstGeom prst="rect">
              <a:avLst/>
            </a:prstGeom>
          </p:spPr>
        </p:pic>
        <p:pic>
          <p:nvPicPr>
            <p:cNvPr id="26" name="그림 25"/>
            <p:cNvPicPr>
              <a:picLocks noChangeAspect="1"/>
            </p:cNvPicPr>
            <p:nvPr/>
          </p:nvPicPr>
          <p:blipFill rotWithShape="1">
            <a:blip r:embed="rId5"/>
            <a:srcRect l="13714" t="10690" r="42337" b="55070"/>
            <a:stretch/>
          </p:blipFill>
          <p:spPr>
            <a:xfrm>
              <a:off x="6500812" y="479904"/>
              <a:ext cx="104775" cy="104775"/>
            </a:xfrm>
            <a:prstGeom prst="rect">
              <a:avLst/>
            </a:prstGeom>
          </p:spPr>
        </p:pic>
        <p:pic>
          <p:nvPicPr>
            <p:cNvPr id="27" name="그림 2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05587" y="637370"/>
              <a:ext cx="465138" cy="104168"/>
            </a:xfrm>
            <a:prstGeom prst="rect">
              <a:avLst/>
            </a:prstGeom>
          </p:spPr>
        </p:pic>
        <p:pic>
          <p:nvPicPr>
            <p:cNvPr id="28" name="그림 2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24172" y="648564"/>
              <a:ext cx="181453" cy="81779"/>
            </a:xfrm>
            <a:prstGeom prst="rect">
              <a:avLst/>
            </a:prstGeom>
          </p:spPr>
        </p:pic>
        <p:pic>
          <p:nvPicPr>
            <p:cNvPr id="30" name="그림 29"/>
            <p:cNvPicPr>
              <a:picLocks noChangeAspect="1"/>
            </p:cNvPicPr>
            <p:nvPr/>
          </p:nvPicPr>
          <p:blipFill rotWithShape="1">
            <a:blip r:embed="rId2"/>
            <a:srcRect l="85543" t="4012" b="4280"/>
            <a:stretch/>
          </p:blipFill>
          <p:spPr>
            <a:xfrm>
              <a:off x="16802099" y="-66818"/>
              <a:ext cx="1800226" cy="6513181"/>
            </a:xfrm>
            <a:prstGeom prst="rect">
              <a:avLst/>
            </a:prstGeom>
            <a:solidFill>
              <a:schemeClr val="bg1"/>
            </a:solidFill>
          </p:spPr>
        </p:pic>
        <p:grpSp>
          <p:nvGrpSpPr>
            <p:cNvPr id="34" name="그룹 33"/>
            <p:cNvGrpSpPr/>
            <p:nvPr/>
          </p:nvGrpSpPr>
          <p:grpSpPr>
            <a:xfrm>
              <a:off x="16798923" y="-85580"/>
              <a:ext cx="1803401" cy="3817407"/>
              <a:chOff x="13106398" y="1009650"/>
              <a:chExt cx="1803401" cy="3509863"/>
            </a:xfrm>
          </p:grpSpPr>
          <p:pic>
            <p:nvPicPr>
              <p:cNvPr id="31" name="그림 30"/>
              <p:cNvPicPr>
                <a:picLocks noChangeAspect="1"/>
              </p:cNvPicPr>
              <p:nvPr/>
            </p:nvPicPr>
            <p:blipFill rotWithShape="1">
              <a:blip r:embed="rId2"/>
              <a:srcRect l="85543" t="38406" b="33698"/>
              <a:stretch/>
            </p:blipFill>
            <p:spPr>
              <a:xfrm>
                <a:off x="13109573" y="1009650"/>
                <a:ext cx="1800226" cy="3448049"/>
              </a:xfrm>
              <a:prstGeom prst="rect">
                <a:avLst/>
              </a:prstGeom>
              <a:solidFill>
                <a:schemeClr val="bg1"/>
              </a:solidFill>
            </p:spPr>
          </p:pic>
          <p:pic>
            <p:nvPicPr>
              <p:cNvPr id="32" name="그림 31"/>
              <p:cNvPicPr>
                <a:picLocks noChangeAspect="1"/>
              </p:cNvPicPr>
              <p:nvPr/>
            </p:nvPicPr>
            <p:blipFill rotWithShape="1">
              <a:blip r:embed="rId2"/>
              <a:srcRect l="85543" t="37693" b="61403"/>
              <a:stretch/>
            </p:blipFill>
            <p:spPr>
              <a:xfrm>
                <a:off x="13106398" y="2155309"/>
                <a:ext cx="1800226" cy="64168"/>
              </a:xfrm>
              <a:prstGeom prst="rect">
                <a:avLst/>
              </a:prstGeom>
              <a:solidFill>
                <a:schemeClr val="bg1"/>
              </a:solidFill>
            </p:spPr>
          </p:pic>
          <p:pic>
            <p:nvPicPr>
              <p:cNvPr id="33" name="그림 32"/>
              <p:cNvPicPr>
                <a:picLocks noChangeAspect="1"/>
              </p:cNvPicPr>
              <p:nvPr/>
            </p:nvPicPr>
            <p:blipFill rotWithShape="1">
              <a:blip r:embed="rId2"/>
              <a:srcRect l="85543" t="37693" b="61403"/>
              <a:stretch/>
            </p:blipFill>
            <p:spPr>
              <a:xfrm>
                <a:off x="13106398" y="3274420"/>
                <a:ext cx="1800226" cy="64168"/>
              </a:xfrm>
              <a:prstGeom prst="rect">
                <a:avLst/>
              </a:prstGeom>
              <a:solidFill>
                <a:schemeClr val="bg1"/>
              </a:solidFill>
            </p:spPr>
          </p:pic>
          <p:pic>
            <p:nvPicPr>
              <p:cNvPr id="37" name="그림 36"/>
              <p:cNvPicPr>
                <a:picLocks noChangeAspect="1"/>
              </p:cNvPicPr>
              <p:nvPr/>
            </p:nvPicPr>
            <p:blipFill rotWithShape="1">
              <a:blip r:embed="rId2"/>
              <a:srcRect l="85543" t="37693" b="61403"/>
              <a:stretch/>
            </p:blipFill>
            <p:spPr>
              <a:xfrm>
                <a:off x="13106398" y="4455345"/>
                <a:ext cx="1800226" cy="64168"/>
              </a:xfrm>
              <a:prstGeom prst="rect">
                <a:avLst/>
              </a:prstGeom>
              <a:solidFill>
                <a:schemeClr val="bg1"/>
              </a:solidFill>
            </p:spPr>
          </p:pic>
        </p:grpSp>
        <p:pic>
          <p:nvPicPr>
            <p:cNvPr id="35" name="그림 34"/>
            <p:cNvPicPr>
              <a:picLocks noChangeAspect="1"/>
            </p:cNvPicPr>
            <p:nvPr/>
          </p:nvPicPr>
          <p:blipFill rotWithShape="1">
            <a:blip r:embed="rId2"/>
            <a:srcRect l="85543" t="4012" b="60801"/>
            <a:stretch/>
          </p:blipFill>
          <p:spPr>
            <a:xfrm>
              <a:off x="16802098" y="3664598"/>
              <a:ext cx="1800226" cy="2499012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36" name="그림 35"/>
            <p:cNvPicPr>
              <a:picLocks noChangeAspect="1"/>
            </p:cNvPicPr>
            <p:nvPr/>
          </p:nvPicPr>
          <p:blipFill rotWithShape="1">
            <a:blip r:embed="rId2"/>
            <a:srcRect l="85543" t="67048" b="28971"/>
            <a:stretch/>
          </p:blipFill>
          <p:spPr>
            <a:xfrm>
              <a:off x="16802098" y="6163610"/>
              <a:ext cx="1800226" cy="282753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2"/>
            <a:srcRect t="13913" r="90475" b="72515"/>
            <a:stretch/>
          </p:blipFill>
          <p:spPr>
            <a:xfrm>
              <a:off x="6411119" y="3924333"/>
              <a:ext cx="1161256" cy="930442"/>
            </a:xfrm>
            <a:prstGeom prst="rect">
              <a:avLst/>
            </a:prstGeom>
            <a:solidFill>
              <a:schemeClr val="bg1"/>
            </a:solidFill>
          </p:spPr>
        </p:pic>
      </p:grpSp>
    </p:spTree>
    <p:extLst>
      <p:ext uri="{BB962C8B-B14F-4D97-AF65-F5344CB8AC3E}">
        <p14:creationId xmlns:p14="http://schemas.microsoft.com/office/powerpoint/2010/main" val="420876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inyoung oh</dc:creator>
  <cp:lastModifiedBy>inyoung oh</cp:lastModifiedBy>
  <cp:revision>4</cp:revision>
  <dcterms:created xsi:type="dcterms:W3CDTF">2026-04-03T00:34:15Z</dcterms:created>
  <dcterms:modified xsi:type="dcterms:W3CDTF">2026-04-03T01:06:27Z</dcterms:modified>
</cp:coreProperties>
</file>